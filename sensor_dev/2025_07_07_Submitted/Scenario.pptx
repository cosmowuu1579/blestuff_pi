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3333-E892-41BD-B168-87689D74938E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EC1D-6792-41FB-B18A-2D26A946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8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3333-E892-41BD-B168-87689D74938E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EC1D-6792-41FB-B18A-2D26A946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14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3333-E892-41BD-B168-87689D74938E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EC1D-6792-41FB-B18A-2D26A946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0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3333-E892-41BD-B168-87689D74938E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EC1D-6792-41FB-B18A-2D26A946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8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3333-E892-41BD-B168-87689D74938E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EC1D-6792-41FB-B18A-2D26A946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42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3333-E892-41BD-B168-87689D74938E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EC1D-6792-41FB-B18A-2D26A946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07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3333-E892-41BD-B168-87689D74938E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EC1D-6792-41FB-B18A-2D26A946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2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3333-E892-41BD-B168-87689D74938E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EC1D-6792-41FB-B18A-2D26A946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0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3333-E892-41BD-B168-87689D74938E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EC1D-6792-41FB-B18A-2D26A946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59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3333-E892-41BD-B168-87689D74938E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EC1D-6792-41FB-B18A-2D26A946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1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3333-E892-41BD-B168-87689D74938E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7EC1D-6792-41FB-B18A-2D26A946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E3333-E892-41BD-B168-87689D74938E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7EC1D-6792-41FB-B18A-2D26A946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58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184" y="0"/>
            <a:ext cx="8485632" cy="530352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3749843" y="5303520"/>
            <a:ext cx="0" cy="4010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294181" y="5606714"/>
            <a:ext cx="3152274" cy="12512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accessing Raspberry Pi Zero W, through SSH from PC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8137358" y="5303520"/>
            <a:ext cx="0" cy="4010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697579" y="5606714"/>
            <a:ext cx="3152274" cy="12512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 running on PC to receive data through Bluetooth from Raspberry Pi Zero 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04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36884" y="382012"/>
            <a:ext cx="11518232" cy="6093976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/>
              <a:t>Scenario: Running a Python App on Raspberry Pi Zero W for </a:t>
            </a:r>
            <a:r>
              <a:rPr lang="en-US" altLang="en-US" sz="1800" dirty="0" err="1"/>
              <a:t>miniVNA</a:t>
            </a:r>
            <a:r>
              <a:rPr lang="en-US" altLang="en-US" sz="1800" dirty="0"/>
              <a:t> Tiny </a:t>
            </a:r>
            <a:r>
              <a:rPr lang="en-US" altLang="en-US" sz="1800" dirty="0" smtClean="0"/>
              <a:t>Calibration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800" dirty="0"/>
              <a:t>Setup Raspberry Pi Zero W: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600" dirty="0"/>
              <a:t>Install Raspberry Pi OS Lite (no GUI/desktop) on the Raspberry Pi Zero W.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600" dirty="0"/>
              <a:t>Install all required Python modules needed to </a:t>
            </a:r>
            <a:r>
              <a:rPr lang="en-US" altLang="en-US" sz="1600" dirty="0" smtClean="0"/>
              <a:t>run developed </a:t>
            </a:r>
            <a:r>
              <a:rPr lang="en-US" altLang="en-US" sz="1600" dirty="0"/>
              <a:t>app</a:t>
            </a:r>
            <a:r>
              <a:rPr lang="en-US" altLang="en-US" sz="1600" dirty="0" smtClean="0"/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1800" dirty="0"/>
              <a:t>Hardware Connections: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600" dirty="0"/>
              <a:t>Power the Raspberry Pi Zero W via USB cable connected to a PC.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600" dirty="0"/>
              <a:t>Connect the </a:t>
            </a:r>
            <a:r>
              <a:rPr lang="en-US" altLang="en-US" sz="1600" dirty="0" err="1"/>
              <a:t>miniVNA</a:t>
            </a:r>
            <a:r>
              <a:rPr lang="en-US" altLang="en-US" sz="1600" dirty="0"/>
              <a:t> </a:t>
            </a:r>
            <a:r>
              <a:rPr lang="en-US" altLang="en-US" sz="1600" dirty="0" smtClean="0"/>
              <a:t>Tiny </a:t>
            </a:r>
            <a:r>
              <a:rPr lang="en-US" altLang="en-US" sz="1600" dirty="0"/>
              <a:t>to the Raspberry Pi Zero W using a USB cable</a:t>
            </a:r>
            <a:r>
              <a:rPr lang="en-US" altLang="en-US" sz="1600" dirty="0" smtClean="0"/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sz="1800" dirty="0"/>
              <a:t>Running the Python Application: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600" dirty="0"/>
              <a:t>Execute the Python script miniVNA_Tiny_Calibration_R_Pi_0.py on the Raspberry Pi Zero W.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600" dirty="0"/>
              <a:t>This app performs the following tasks: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400" dirty="0"/>
              <a:t>Initializes the </a:t>
            </a:r>
            <a:r>
              <a:rPr lang="en-US" altLang="en-US" sz="1400" dirty="0" err="1"/>
              <a:t>miniVNA</a:t>
            </a:r>
            <a:r>
              <a:rPr lang="en-US" altLang="en-US" sz="1400" dirty="0"/>
              <a:t> Tiny device.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1400" dirty="0"/>
              <a:t>Loads calibration data previously saved by a Java app (used due to the unavailability of a calibration standard).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sz="1400" dirty="0"/>
              <a:t>Acquires measurement data from the </a:t>
            </a:r>
            <a:r>
              <a:rPr lang="en-US" altLang="en-US" sz="1400" dirty="0" err="1"/>
              <a:t>miniVNA</a:t>
            </a:r>
            <a:r>
              <a:rPr lang="en-US" altLang="en-US" sz="1400" dirty="0"/>
              <a:t>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sz="1400" dirty="0"/>
              <a:t>Applies calibration parameters to the acquired data.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lang="en-US" altLang="en-US" sz="1400" dirty="0"/>
              <a:t>Saves the calibrated data and intermediate debugging data into two separate JSON files.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lang="en-US" altLang="en-US" sz="1400" dirty="0"/>
              <a:t>Sends the JSON file containing calibrated data to the PC via Bluetooth</a:t>
            </a:r>
            <a:r>
              <a:rPr lang="en-US" altLang="en-US" sz="1400" dirty="0" smtClean="0"/>
              <a:t>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endParaRPr lang="en-US" altLang="en-US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sz="1800" dirty="0"/>
              <a:t>PC-side Application: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600" dirty="0"/>
              <a:t>On the PC, run the app BLE_PC_App.py which waits to receive data over Bluetooth.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600" dirty="0"/>
              <a:t>Upon receiving the JSON data file, the PC app saves it and plots the S11 magnitude and phase.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7963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369094"/>
            <a:ext cx="10382250" cy="648890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5" name="Rectangle 4"/>
          <p:cNvSpPr/>
          <p:nvPr/>
        </p:nvSpPr>
        <p:spPr>
          <a:xfrm>
            <a:off x="4519863" y="0"/>
            <a:ext cx="3152274" cy="3048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Acquired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64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237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mzufarooqui@gmail.com</dc:creator>
  <cp:lastModifiedBy>mzufarooqui@gmail.com</cp:lastModifiedBy>
  <cp:revision>7</cp:revision>
  <dcterms:created xsi:type="dcterms:W3CDTF">2025-07-06T20:59:32Z</dcterms:created>
  <dcterms:modified xsi:type="dcterms:W3CDTF">2025-07-06T21:24:40Z</dcterms:modified>
</cp:coreProperties>
</file>